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58" r:id="rId5"/>
    <p:sldId id="265" r:id="rId6"/>
    <p:sldId id="259" r:id="rId7"/>
    <p:sldId id="260" r:id="rId8"/>
    <p:sldId id="266" r:id="rId9"/>
    <p:sldId id="267" r:id="rId10"/>
    <p:sldId id="261" r:id="rId11"/>
    <p:sldId id="262" r:id="rId12"/>
    <p:sldId id="268" r:id="rId13"/>
    <p:sldId id="269" r:id="rId14"/>
    <p:sldId id="263" r:id="rId15"/>
    <p:sldId id="273" r:id="rId16"/>
    <p:sldId id="271" r:id="rId17"/>
    <p:sldId id="272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3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04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2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29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06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83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1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68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16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47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55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9AD83-81D2-4A46-8030-50E8BF3ED24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2262D2D-17FC-4D6B-B12C-A9D132E6EC8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75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5372-35C9-AE8A-48DE-969AE94B8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1537" y="1273638"/>
            <a:ext cx="8637073" cy="2541431"/>
          </a:xfrm>
        </p:spPr>
        <p:txBody>
          <a:bodyPr>
            <a:noAutofit/>
          </a:bodyPr>
          <a:lstStyle/>
          <a:p>
            <a:r>
              <a:rPr lang="en-GB" sz="4000" b="1" dirty="0" err="1"/>
              <a:t>BoxAI</a:t>
            </a:r>
            <a:r>
              <a:rPr lang="en-GB" sz="4000" b="1" dirty="0"/>
              <a:t> :</a:t>
            </a:r>
            <a:r>
              <a:rPr lang="en-GB" sz="4000" dirty="0"/>
              <a:t> </a:t>
            </a:r>
            <a:r>
              <a:rPr lang="en-GB" sz="4000" b="1" dirty="0"/>
              <a:t>Real-Time AI Form &amp; Technique Coach</a:t>
            </a:r>
            <a:r>
              <a:rPr lang="en-GB" sz="4000" dirty="0"/>
              <a:t> for </a:t>
            </a:r>
            <a:r>
              <a:rPr lang="en-GB" sz="4000" dirty="0" err="1"/>
              <a:t>shadowBoxing</a:t>
            </a:r>
            <a:r>
              <a:rPr lang="en-GB" sz="4000" dirty="0"/>
              <a:t> and Calisthenics</a:t>
            </a:r>
            <a:br>
              <a:rPr lang="en-GB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A8FD6-D4E2-DEBD-645B-8C5486A64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1537" y="3898850"/>
            <a:ext cx="8637072" cy="977621"/>
          </a:xfrm>
        </p:spPr>
        <p:txBody>
          <a:bodyPr>
            <a:noAutofit/>
          </a:bodyPr>
          <a:lstStyle/>
          <a:p>
            <a:r>
              <a:rPr lang="en-GB" sz="1400" dirty="0"/>
              <a:t>Munshi </a:t>
            </a:r>
            <a:r>
              <a:rPr lang="en-GB" sz="1400" dirty="0" err="1"/>
              <a:t>Alimushwan</a:t>
            </a:r>
            <a:endParaRPr lang="en-GB" sz="1400" dirty="0"/>
          </a:p>
          <a:p>
            <a:r>
              <a:rPr lang="en-GB" sz="1400" dirty="0"/>
              <a:t>300383063</a:t>
            </a:r>
          </a:p>
          <a:p>
            <a:r>
              <a:rPr lang="en-GB" sz="1400" dirty="0"/>
              <a:t>CSIS 4260 (Winter 2026)</a:t>
            </a:r>
          </a:p>
          <a:p>
            <a:br>
              <a:rPr lang="en-GB" sz="1400" dirty="0"/>
            </a:br>
            <a:r>
              <a:rPr lang="en-US" b="1" dirty="0"/>
              <a:t>Course Faculty : Nikhil Bhardwaj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228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82F66-13A0-B915-DD20-43E9C56F6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The Challenge</a:t>
            </a:r>
            <a:endParaRPr lang="en-GB" dirty="0"/>
          </a:p>
          <a:p>
            <a:r>
              <a:rPr lang="en-GB" dirty="0"/>
              <a:t>Athletes and coaches lack technology for </a:t>
            </a:r>
            <a:r>
              <a:rPr lang="en-GB" b="1" dirty="0"/>
              <a:t>immediate, objective</a:t>
            </a:r>
            <a:r>
              <a:rPr lang="en-GB" dirty="0"/>
              <a:t> feedback on form and technique</a:t>
            </a:r>
          </a:p>
          <a:p>
            <a:r>
              <a:rPr lang="en-GB" dirty="0"/>
              <a:t>Training is subjective and delayed</a:t>
            </a:r>
          </a:p>
          <a:p>
            <a:r>
              <a:rPr lang="en-GB" dirty="0"/>
              <a:t>No affordable, portable alternative for real-time coaching</a:t>
            </a:r>
          </a:p>
          <a:p>
            <a:r>
              <a:rPr lang="en-GB" dirty="0"/>
              <a:t>Self-learning and performance tracking is manual and inconsistent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97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C9B6-AD23-AA41-F6A7-1ED19BD3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61" y="135215"/>
            <a:ext cx="9603275" cy="1049235"/>
          </a:xfrm>
        </p:spPr>
        <p:txBody>
          <a:bodyPr/>
          <a:lstStyle/>
          <a:p>
            <a:r>
              <a:rPr lang="en-US" dirty="0"/>
              <a:t>Kinetic Chain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86341-99C0-3D4A-CEC4-099779E9C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18" y="1930891"/>
            <a:ext cx="9603275" cy="4224812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The Kinetic Chain</a:t>
            </a:r>
            <a:r>
              <a:rPr lang="en-GB" dirty="0"/>
              <a:t> Sequential transfer of force and motion through connected body segments</a:t>
            </a:r>
          </a:p>
          <a:p>
            <a:r>
              <a:rPr lang="en-GB" b="1" dirty="0"/>
              <a:t>Why It Matters</a:t>
            </a:r>
            <a:endParaRPr lang="en-GB" dirty="0"/>
          </a:p>
          <a:p>
            <a:r>
              <a:rPr lang="en-GB" dirty="0"/>
              <a:t>Generates maximum power and efficiency in punches and exercises</a:t>
            </a:r>
          </a:p>
          <a:p>
            <a:r>
              <a:rPr lang="en-GB" dirty="0"/>
              <a:t>Correct chain = better performance + lower injury risk</a:t>
            </a:r>
          </a:p>
          <a:p>
            <a:r>
              <a:rPr lang="en-GB" dirty="0"/>
              <a:t>Broken chain = weak technique, energy leaks, shoulder/elbow strain</a:t>
            </a:r>
          </a:p>
          <a:p>
            <a:r>
              <a:rPr lang="en-GB" b="1" dirty="0"/>
              <a:t>How </a:t>
            </a:r>
            <a:r>
              <a:rPr lang="en-GB" b="1" dirty="0" err="1"/>
              <a:t>BoxAI</a:t>
            </a:r>
            <a:r>
              <a:rPr lang="en-GB" b="1" dirty="0"/>
              <a:t> Coach </a:t>
            </a:r>
            <a:r>
              <a:rPr lang="en-GB" b="1" dirty="0" err="1"/>
              <a:t>Analyzes</a:t>
            </a:r>
            <a:r>
              <a:rPr lang="en-GB" b="1" dirty="0"/>
              <a:t> It</a:t>
            </a:r>
            <a:endParaRPr lang="en-GB" dirty="0"/>
          </a:p>
          <a:p>
            <a:r>
              <a:rPr lang="en-GB" dirty="0"/>
              <a:t>Uses 33 </a:t>
            </a:r>
            <a:r>
              <a:rPr lang="en-GB" dirty="0" err="1"/>
              <a:t>MediaPipe</a:t>
            </a:r>
            <a:r>
              <a:rPr lang="en-GB" dirty="0"/>
              <a:t> landmarks to track joint angles and segment coordination in real time</a:t>
            </a:r>
          </a:p>
          <a:p>
            <a:r>
              <a:rPr lang="en-GB" dirty="0"/>
              <a:t>Monitors key kinetic chain checkpoints:</a:t>
            </a:r>
          </a:p>
          <a:p>
            <a:pPr lvl="1"/>
            <a:r>
              <a:rPr lang="en-GB" dirty="0"/>
              <a:t>Ground reaction (footwork &amp; stance)</a:t>
            </a:r>
          </a:p>
          <a:p>
            <a:pPr lvl="1"/>
            <a:r>
              <a:rPr lang="en-GB" dirty="0"/>
              <a:t>Hip &amp; core rotation</a:t>
            </a:r>
          </a:p>
          <a:p>
            <a:pPr lvl="1"/>
            <a:r>
              <a:rPr lang="en-GB" dirty="0"/>
              <a:t>Shoulder stability &amp; sequencing</a:t>
            </a:r>
          </a:p>
          <a:p>
            <a:pPr lvl="1"/>
            <a:r>
              <a:rPr lang="en-GB" dirty="0"/>
              <a:t>Elbow extension &amp; wrist snap (boxing)</a:t>
            </a:r>
          </a:p>
          <a:p>
            <a:pPr lvl="1"/>
            <a:r>
              <a:rPr lang="en-GB" dirty="0"/>
              <a:t>Core-to-limb transfer (</a:t>
            </a:r>
            <a:r>
              <a:rPr lang="en-GB" dirty="0" err="1"/>
              <a:t>pushups</a:t>
            </a:r>
            <a:r>
              <a:rPr lang="en-GB" dirty="0"/>
              <a:t>, squats, </a:t>
            </a:r>
            <a:r>
              <a:rPr lang="en-GB" dirty="0" err="1"/>
              <a:t>situps</a:t>
            </a:r>
            <a:r>
              <a:rPr lang="en-GB" dirty="0"/>
              <a:t>)</a:t>
            </a:r>
          </a:p>
          <a:p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D9DD15A-02F2-3530-6116-BCB5F3B12B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ADC78-CE20-42AB-D204-E7CF24121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821" y="0"/>
            <a:ext cx="4377179" cy="61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9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1DEE-C3CC-101C-1DB9-C1AF7560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Objective</a:t>
            </a:r>
            <a:r>
              <a:rPr lang="en-GB" dirty="0"/>
              <a:t> 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CE1E-7758-45D8-5ACE-34E6C747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Develop a smart AI coach that:</a:t>
            </a:r>
          </a:p>
          <a:p>
            <a:r>
              <a:rPr lang="en-GB" dirty="0"/>
              <a:t>Works with </a:t>
            </a:r>
            <a:r>
              <a:rPr lang="en-GB" b="1" dirty="0"/>
              <a:t>only a laptop webcam</a:t>
            </a:r>
            <a:r>
              <a:rPr lang="en-GB" dirty="0"/>
              <a:t> (no extra hardware)</a:t>
            </a:r>
          </a:p>
          <a:p>
            <a:r>
              <a:rPr lang="en-GB" dirty="0"/>
              <a:t>Supports </a:t>
            </a:r>
            <a:r>
              <a:rPr lang="en-GB" b="1" dirty="0"/>
              <a:t>6 movements</a:t>
            </a:r>
            <a:r>
              <a:rPr lang="en-GB" dirty="0"/>
              <a:t> (3 boxing + 3 calisthenics)</a:t>
            </a:r>
          </a:p>
          <a:p>
            <a:r>
              <a:rPr lang="en-GB" dirty="0"/>
              <a:t>Provides </a:t>
            </a:r>
            <a:r>
              <a:rPr lang="en-GB" b="1" dirty="0"/>
              <a:t>real-time intelligent guidance</a:t>
            </a:r>
            <a:r>
              <a:rPr lang="en-GB" dirty="0"/>
              <a:t> (angle, distance, form)</a:t>
            </a:r>
          </a:p>
          <a:p>
            <a:r>
              <a:rPr lang="en-GB" dirty="0"/>
              <a:t>Acts like a </a:t>
            </a:r>
            <a:r>
              <a:rPr lang="en-GB" b="1" dirty="0"/>
              <a:t>real coach</a:t>
            </a:r>
            <a:r>
              <a:rPr lang="en-GB" dirty="0"/>
              <a:t> with dynamic instructions</a:t>
            </a:r>
          </a:p>
          <a:p>
            <a:r>
              <a:rPr lang="en-GB" dirty="0"/>
              <a:t>Saves joint data for </a:t>
            </a:r>
            <a:r>
              <a:rPr lang="en-GB" b="1" dirty="0"/>
              <a:t>self-learning</a:t>
            </a:r>
            <a:endParaRPr lang="en-GB" dirty="0"/>
          </a:p>
          <a:p>
            <a:r>
              <a:rPr lang="en-GB" dirty="0"/>
              <a:t>Generates </a:t>
            </a:r>
            <a:r>
              <a:rPr lang="en-GB" b="1" dirty="0"/>
              <a:t>detailed performance analytics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24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F034-28DA-14FB-346F-C16DFE59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C24B9-AEAB-50CB-B1BD-C5FE01797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350780" cy="4037749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Liang, J. (2022). </a:t>
            </a:r>
            <a:r>
              <a:rPr lang="en-GB" i="1" dirty="0"/>
              <a:t>Human Boxing Motion Prediction Using Neural Networks</a:t>
            </a:r>
            <a:r>
              <a:rPr lang="en-GB" dirty="0"/>
              <a:t>.</a:t>
            </a:r>
          </a:p>
          <a:p>
            <a:r>
              <a:rPr lang="en-GB" dirty="0"/>
              <a:t>Bulun, S., &amp; Berg, M. K. (2024). </a:t>
            </a:r>
            <a:r>
              <a:rPr lang="en-GB" i="1" dirty="0"/>
              <a:t>Real-Time Boxing Feedback Using Human Pose Estimation and Machine Learning</a:t>
            </a:r>
            <a:r>
              <a:rPr lang="en-GB" dirty="0"/>
              <a:t>. KTH Royal Institute of Technology.</a:t>
            </a:r>
          </a:p>
          <a:p>
            <a:r>
              <a:rPr lang="en-GB" dirty="0"/>
              <a:t>Quinn, E., &amp; Corcoran, N. (2024). </a:t>
            </a:r>
            <a:r>
              <a:rPr lang="en-GB" i="1" dirty="0"/>
              <a:t>The Automation of Computer Vision Applications for Real-Time Combat Sports Video Analysis</a:t>
            </a:r>
            <a:r>
              <a:rPr lang="en-GB" dirty="0"/>
              <a:t>.</a:t>
            </a:r>
          </a:p>
          <a:p>
            <a:r>
              <a:rPr lang="en-GB" dirty="0"/>
              <a:t>Prymak, I. (2025). </a:t>
            </a:r>
            <a:r>
              <a:rPr lang="en-GB" i="1" dirty="0"/>
              <a:t>Using Artificial Intelligence Technologies to </a:t>
            </a:r>
            <a:r>
              <a:rPr lang="en-GB" i="1" dirty="0" err="1"/>
              <a:t>Analyze</a:t>
            </a:r>
            <a:r>
              <a:rPr lang="en-GB" i="1" dirty="0"/>
              <a:t> Technical and Tactical Actions in Boxing</a:t>
            </a:r>
            <a:r>
              <a:rPr lang="en-GB" dirty="0"/>
              <a:t>.</a:t>
            </a:r>
          </a:p>
          <a:p>
            <a:r>
              <a:rPr lang="en-GB" dirty="0"/>
              <a:t>Li, T. et al. (2026). </a:t>
            </a:r>
            <a:r>
              <a:rPr lang="en-GB" i="1" dirty="0"/>
              <a:t>Integrating Psychological Profiling with Deep Learning for Enhanced Boxing Action Recognition</a:t>
            </a:r>
            <a:r>
              <a:rPr lang="en-GB" dirty="0"/>
              <a:t>.</a:t>
            </a:r>
          </a:p>
          <a:p>
            <a:r>
              <a:rPr lang="en-GB" dirty="0" err="1"/>
              <a:t>Cizmić</a:t>
            </a:r>
            <a:r>
              <a:rPr lang="en-GB" dirty="0"/>
              <a:t>, D. (2022). </a:t>
            </a:r>
            <a:r>
              <a:rPr lang="en-GB" i="1" dirty="0"/>
              <a:t>Development of a machine learning based classification system for electronic martial arts equipment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 This project was heavily inspired by and built upon these research papers in AI, computer vision, and sports performance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79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462D-1B7B-343A-FF2A-2B3C0A66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006FC-D75D-E66C-7614-919573CE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  <a:endParaRPr lang="en-US" dirty="0"/>
          </a:p>
          <a:p>
            <a:r>
              <a:rPr lang="en-US" b="1" dirty="0"/>
              <a:t>Hardware</a:t>
            </a:r>
            <a:r>
              <a:rPr lang="en-US" dirty="0"/>
              <a:t>: Laptop webcam only</a:t>
            </a:r>
          </a:p>
          <a:p>
            <a:r>
              <a:rPr lang="en-US" b="1" dirty="0"/>
              <a:t>Computer Vision</a:t>
            </a:r>
            <a:r>
              <a:rPr lang="en-US" dirty="0"/>
              <a:t>: </a:t>
            </a:r>
            <a:r>
              <a:rPr lang="en-US" dirty="0" err="1"/>
              <a:t>MediaPipe</a:t>
            </a:r>
            <a:r>
              <a:rPr lang="en-US" dirty="0"/>
              <a:t> Pose (33 landmarks)</a:t>
            </a:r>
          </a:p>
          <a:p>
            <a:r>
              <a:rPr lang="en-US" b="1" dirty="0"/>
              <a:t>Real-time Processing</a:t>
            </a:r>
            <a:r>
              <a:rPr lang="en-US" dirty="0"/>
              <a:t>: OpenCV + Python</a:t>
            </a:r>
          </a:p>
          <a:p>
            <a:r>
              <a:rPr lang="en-US" b="1" dirty="0"/>
              <a:t>Configuration</a:t>
            </a:r>
            <a:r>
              <a:rPr lang="en-US" dirty="0"/>
              <a:t>: External JSON files (one per movement)</a:t>
            </a:r>
          </a:p>
          <a:p>
            <a:r>
              <a:rPr lang="en-US" b="1" dirty="0"/>
              <a:t>Self-Learning</a:t>
            </a:r>
            <a:r>
              <a:rPr lang="en-US" dirty="0"/>
              <a:t>: Saved 3D joint data per session</a:t>
            </a:r>
          </a:p>
          <a:p>
            <a:r>
              <a:rPr lang="en-US" b="1" dirty="0"/>
              <a:t>Analytics</a:t>
            </a:r>
            <a:r>
              <a:rPr lang="en-US" dirty="0"/>
              <a:t>: Pandas + Matplotlib post-session report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41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CE64-E25F-C647-077F-BB65AB3F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96AB-83C1-B76D-7D09-7C26A943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Drill selection for 6 movements</a:t>
            </a:r>
          </a:p>
          <a:p>
            <a:r>
              <a:rPr lang="en-GB" b="1" dirty="0"/>
              <a:t>Intelligent Director</a:t>
            </a:r>
            <a:r>
              <a:rPr lang="en-GB" dirty="0"/>
              <a:t> (real-time angle, distance, guard/form feedback)</a:t>
            </a:r>
          </a:p>
          <a:p>
            <a:r>
              <a:rPr lang="en-GB" dirty="0"/>
              <a:t>Dynamic coach-style instructions with random pauses</a:t>
            </a:r>
          </a:p>
          <a:p>
            <a:r>
              <a:rPr lang="en-GB" dirty="0"/>
              <a:t>Movement-specific rules (guard check only for boxing)</a:t>
            </a:r>
          </a:p>
          <a:p>
            <a:r>
              <a:rPr lang="en-GB" dirty="0"/>
              <a:t>Automatic session data saving for self-learning</a:t>
            </a:r>
          </a:p>
          <a:p>
            <a:r>
              <a:rPr lang="en-GB" dirty="0"/>
              <a:t>Full post-session analytics with graphs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73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F188-C1FD-57F9-67F5-CA745737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Computer Vision Pipeline (</a:t>
            </a:r>
            <a:r>
              <a:rPr lang="en-US" b="1" dirty="0" err="1"/>
              <a:t>MediaPipe</a:t>
            </a:r>
            <a:r>
              <a:rPr lang="en-US" b="1" dirty="0"/>
              <a:t> + OpenCV)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9E85-B308-A8B8-EA19-03338717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MediaPipe</a:t>
            </a:r>
            <a:r>
              <a:rPr lang="en-US" b="1" dirty="0"/>
              <a:t> Pose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Model complexity = 1 (balanced speed vs accuracy).</a:t>
            </a:r>
          </a:p>
          <a:p>
            <a:pPr lvl="1"/>
            <a:r>
              <a:rPr lang="en-US" dirty="0"/>
              <a:t>Outputs 33 3D landmarks (normalized x, y, z + visibility score).</a:t>
            </a:r>
          </a:p>
          <a:p>
            <a:pPr lvl="1"/>
            <a:r>
              <a:rPr lang="en-US" dirty="0"/>
              <a:t>Key landmarks used:</a:t>
            </a:r>
          </a:p>
          <a:p>
            <a:pPr lvl="2"/>
            <a:r>
              <a:rPr lang="en-US" dirty="0"/>
              <a:t>Shoulders (11, 12) → facing angle</a:t>
            </a:r>
          </a:p>
          <a:p>
            <a:pPr lvl="2"/>
            <a:r>
              <a:rPr lang="en-US" dirty="0"/>
              <a:t>Nose (0) + heels (27, 28) → body distance</a:t>
            </a:r>
          </a:p>
          <a:p>
            <a:pPr lvl="2"/>
            <a:r>
              <a:rPr lang="en-US" dirty="0"/>
              <a:t>Wrists (15, 16) + chin </a:t>
            </a:r>
            <a:r>
              <a:rPr lang="en-US" dirty="0" err="1"/>
              <a:t>approx</a:t>
            </a:r>
            <a:r>
              <a:rPr lang="en-US" dirty="0"/>
              <a:t> ((0+7)/2) → guard check (boxing only)</a:t>
            </a:r>
          </a:p>
          <a:p>
            <a:r>
              <a:rPr lang="en-US" b="1" dirty="0"/>
              <a:t>Real-time 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cv2.VideoCapture(0)</a:t>
            </a:r>
          </a:p>
          <a:p>
            <a:pPr lvl="1"/>
            <a:r>
              <a:rPr lang="en-US" dirty="0" err="1"/>
              <a:t>pose.process</a:t>
            </a:r>
            <a:r>
              <a:rPr lang="en-US" dirty="0"/>
              <a:t>(</a:t>
            </a:r>
            <a:r>
              <a:rPr lang="en-US" dirty="0" err="1"/>
              <a:t>rgb_frame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mp_drawing.draw_landmarks</a:t>
            </a:r>
            <a:r>
              <a:rPr lang="en-US" dirty="0"/>
              <a:t>() for skeleton overlay</a:t>
            </a:r>
          </a:p>
          <a:p>
            <a:pPr lvl="1"/>
            <a:r>
              <a:rPr lang="en-US" dirty="0"/>
              <a:t>Custom calculations for angle, distance, guard</a:t>
            </a:r>
          </a:p>
          <a:p>
            <a:pPr lvl="1"/>
            <a:r>
              <a:rPr lang="en-US" dirty="0"/>
              <a:t>OpenCV </a:t>
            </a:r>
            <a:r>
              <a:rPr lang="en-US" dirty="0" err="1"/>
              <a:t>putText</a:t>
            </a:r>
            <a:r>
              <a:rPr lang="en-US" dirty="0"/>
              <a:t>() for all feedback and coach commands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8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4269-E487-B74C-A722-7BE75EED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Configuration System (External JSON)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F45B-CF83-A66C-4492-C95D51CAD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Each movement has its own config file (config/movements/{key}.</a:t>
            </a:r>
            <a:r>
              <a:rPr lang="en-GB" dirty="0" err="1"/>
              <a:t>json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name, commands list, </a:t>
            </a:r>
            <a:r>
              <a:rPr lang="en-GB" dirty="0" err="1"/>
              <a:t>optimal_angle_range</a:t>
            </a:r>
            <a:r>
              <a:rPr lang="en-GB" dirty="0"/>
              <a:t>, </a:t>
            </a:r>
            <a:r>
              <a:rPr lang="en-GB" dirty="0" err="1"/>
              <a:t>guard_threshold</a:t>
            </a:r>
            <a:r>
              <a:rPr lang="en-GB" dirty="0"/>
              <a:t> (boxing only), </a:t>
            </a:r>
            <a:r>
              <a:rPr lang="en-GB" dirty="0" err="1"/>
              <a:t>good_distance_min</a:t>
            </a:r>
            <a:r>
              <a:rPr lang="en-GB" dirty="0"/>
              <a:t>/max, </a:t>
            </a:r>
            <a:r>
              <a:rPr lang="en-GB" dirty="0" err="1"/>
              <a:t>color</a:t>
            </a:r>
            <a:endParaRPr lang="en-GB" dirty="0"/>
          </a:p>
          <a:p>
            <a:r>
              <a:rPr lang="en-GB" dirty="0"/>
              <a:t>Example for hooks:</a:t>
            </a:r>
          </a:p>
          <a:p>
            <a:pPr lvl="1"/>
            <a:r>
              <a:rPr lang="en-GB" dirty="0"/>
              <a:t>Commands: Left Hook, Right Hook, Left Hook Right Hook, etc.</a:t>
            </a:r>
          </a:p>
          <a:p>
            <a:pPr lvl="1"/>
            <a:r>
              <a:rPr lang="en-GB" dirty="0"/>
              <a:t>Angle tolerance tighter (25°) because hooks are best seen from side 3/4 view.</a:t>
            </a:r>
          </a:p>
          <a:p>
            <a:r>
              <a:rPr lang="en-GB" dirty="0"/>
              <a:t>This makes the system easily extendable to calisthenics or new sports (no hard-coded values).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725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8E79-6FBB-19D7-7C0C-E2B5F0B0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64" y="342420"/>
            <a:ext cx="9603275" cy="1049235"/>
          </a:xfrm>
        </p:spPr>
        <p:txBody>
          <a:bodyPr/>
          <a:lstStyle/>
          <a:p>
            <a:r>
              <a:rPr lang="en-GB" b="1" dirty="0"/>
              <a:t>Intelligent Director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6B992-328A-3D7C-DE1C-51510EDD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09" y="2015732"/>
            <a:ext cx="9603275" cy="3450613"/>
          </a:xfrm>
        </p:spPr>
        <p:txBody>
          <a:bodyPr/>
          <a:lstStyle/>
          <a:p>
            <a:r>
              <a:rPr lang="en-GB" dirty="0"/>
              <a:t>Continuously monitors facing angle, distance, and form</a:t>
            </a:r>
          </a:p>
          <a:p>
            <a:r>
              <a:rPr lang="en-GB" b="1" dirty="0"/>
              <a:t>Only gives commands</a:t>
            </a:r>
            <a:r>
              <a:rPr lang="en-GB" dirty="0"/>
              <a:t> when position is correct</a:t>
            </a:r>
          </a:p>
          <a:p>
            <a:r>
              <a:rPr lang="en-GB" dirty="0"/>
              <a:t>Gives clear, immediate instructions to fix issues</a:t>
            </a:r>
          </a:p>
          <a:p>
            <a:r>
              <a:rPr lang="en-GB" dirty="0"/>
              <a:t>Boxing: Guard height check</a:t>
            </a:r>
          </a:p>
          <a:p>
            <a:r>
              <a:rPr lang="en-GB" dirty="0"/>
              <a:t>Calisthenics: General form check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E4FBB-0033-F27A-552B-4D97E248A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395" y="1308722"/>
            <a:ext cx="4557382" cy="387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4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C164-ECD3-2EAD-E7EA-447FCFEF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Coach Instructions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6EC87-AC57-0D1F-71B7-F5406590B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Realistic boxing combos (Jab, 1-2, Left Hook–Right Hook, etc.)</a:t>
            </a:r>
          </a:p>
          <a:p>
            <a:r>
              <a:rPr lang="en-US" dirty="0"/>
              <a:t>Calisthenics commands (Pushup, Slow Squat, etc.)</a:t>
            </a:r>
          </a:p>
          <a:p>
            <a:r>
              <a:rPr lang="en-US" dirty="0"/>
              <a:t>Random pauses between commands (like a real coach)</a:t>
            </a:r>
          </a:p>
          <a:p>
            <a:r>
              <a:rPr lang="en-US" dirty="0"/>
              <a:t>Coach </a:t>
            </a:r>
            <a:r>
              <a:rPr lang="en-US" b="1" dirty="0"/>
              <a:t>waits</a:t>
            </a:r>
            <a:r>
              <a:rPr lang="en-US" dirty="0"/>
              <a:t> until user fixes position before continuing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070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9A7F8-7D9D-EBBC-BFE1-6DB6042D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09C8-CF6A-5052-17ED-340C73B6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Dynamic Coach Instructions(CONTINUED)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7AB25D-215A-582F-A9AD-4E59737732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63875"/>
            <a:ext cx="767710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Commands are stored in the movement’s config.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advances when user is in correct position.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pause between commands: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random.uniform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(2.0, 5.0) seconds.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not ready → shows “Fix position first” (no command given).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Boxing uses left/right specific combos (more realistic).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Calisthenics uses simple exercise-specific commands. </a:t>
            </a:r>
          </a:p>
        </p:txBody>
      </p:sp>
    </p:spTree>
    <p:extLst>
      <p:ext uri="{BB962C8B-B14F-4D97-AF65-F5344CB8AC3E}">
        <p14:creationId xmlns:p14="http://schemas.microsoft.com/office/powerpoint/2010/main" val="2870352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CCE5-FCA4-6AD8-C64E-F9FA7EE8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Saving &amp; Self-Learning Foundation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8C891-E130-CB3E-76A0-321836AC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frame saves full 33-landmark data:</a:t>
            </a:r>
          </a:p>
          <a:p>
            <a:r>
              <a:rPr lang="en-US" dirty="0"/>
              <a:t>JSON</a:t>
            </a:r>
          </a:p>
          <a:p>
            <a:r>
              <a:rPr lang="en-US" dirty="0"/>
              <a:t>{"x": </a:t>
            </a:r>
            <a:r>
              <a:rPr lang="en-US" b="1" i="1" u="sng" dirty="0"/>
              <a:t>...</a:t>
            </a:r>
            <a:r>
              <a:rPr lang="en-US" dirty="0"/>
              <a:t>, "y": </a:t>
            </a:r>
            <a:r>
              <a:rPr lang="en-US" b="1" i="1" u="sng" dirty="0"/>
              <a:t>...</a:t>
            </a:r>
            <a:r>
              <a:rPr lang="en-US" dirty="0"/>
              <a:t>, "z": </a:t>
            </a:r>
            <a:r>
              <a:rPr lang="en-US" b="1" i="1" u="sng" dirty="0"/>
              <a:t>...</a:t>
            </a:r>
            <a:r>
              <a:rPr lang="en-US" dirty="0"/>
              <a:t>, "visibility": </a:t>
            </a:r>
            <a:r>
              <a:rPr lang="en-US" b="1" i="1" u="sng" dirty="0"/>
              <a:t>...</a:t>
            </a:r>
            <a:r>
              <a:rPr lang="en-US" dirty="0"/>
              <a:t>}</a:t>
            </a:r>
          </a:p>
          <a:p>
            <a:r>
              <a:rPr lang="en-US" dirty="0"/>
              <a:t>Saved to data/sessions/</a:t>
            </a:r>
            <a:r>
              <a:rPr lang="en-US" dirty="0" err="1"/>
              <a:t>final_capstone_YYYYMMDD_HHMMSS.json</a:t>
            </a:r>
            <a:endParaRPr lang="en-US" dirty="0"/>
          </a:p>
          <a:p>
            <a:r>
              <a:rPr lang="en-US" dirty="0"/>
              <a:t>This data can be used later for:</a:t>
            </a:r>
          </a:p>
          <a:p>
            <a:pPr lvl="1"/>
            <a:r>
              <a:rPr lang="en-US" dirty="0"/>
              <a:t>Custom ML model fine-tuning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User-specific form correction</a:t>
            </a:r>
          </a:p>
          <a:p>
            <a:pPr lvl="1"/>
            <a:r>
              <a:rPr lang="en-US" dirty="0"/>
              <a:t>Long-term progress tracking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03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E379-4A6F-45EE-714D-E1F6A66E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Post-Session Analytics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9598A-2333-F56C-5C95-734F86BA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Guard Compliance %</a:t>
            </a:r>
          </a:p>
          <a:p>
            <a:r>
              <a:rPr lang="en-GB" dirty="0"/>
              <a:t>Distance Compliance %</a:t>
            </a:r>
          </a:p>
          <a:p>
            <a:r>
              <a:rPr lang="en-GB" dirty="0"/>
              <a:t>Angle Compliance %</a:t>
            </a:r>
          </a:p>
          <a:p>
            <a:r>
              <a:rPr lang="en-GB" b="1" dirty="0"/>
              <a:t>Coach Following Score</a:t>
            </a:r>
            <a:r>
              <a:rPr lang="en-GB" dirty="0"/>
              <a:t> % (how well user followed instructions)</a:t>
            </a:r>
          </a:p>
          <a:p>
            <a:r>
              <a:rPr lang="en-GB" dirty="0"/>
              <a:t>Overall Form Score %</a:t>
            </a:r>
          </a:p>
          <a:p>
            <a:r>
              <a:rPr lang="en-GB" dirty="0"/>
              <a:t>Graph of guard height, distance, and angle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18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FE80-90F5-46D8-7842-1E50AC18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A52C4-EE76-6933-D33B-37E7825A9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786" y="1996247"/>
            <a:ext cx="2999100" cy="3449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DF1C7-18FC-95C1-C394-184A83E1D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355" y="1853754"/>
            <a:ext cx="6964617" cy="414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89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2AF0-EFF8-D58F-9DAD-DA44AAE3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2199-81E0-15ED-7794-C9173EA09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Real-time computer vision is powerful but sensitive to lighting and camera angle </a:t>
            </a:r>
          </a:p>
          <a:p>
            <a:r>
              <a:rPr lang="en-GB" dirty="0"/>
              <a:t>Boxing and calisthenics need completely different analysis logic </a:t>
            </a:r>
          </a:p>
          <a:p>
            <a:r>
              <a:rPr lang="en-GB" dirty="0"/>
              <a:t>External JSON config makes the system very easy to extend </a:t>
            </a:r>
          </a:p>
          <a:p>
            <a:r>
              <a:rPr lang="en-GB" dirty="0"/>
              <a:t>Saving raw landmark data creates a strong foundation for future 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000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0E5D-785A-170F-F5A1-B1B6D311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AAEF1-1DCF-6255-30FD-F73150749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Rule-based (not trained ML) → less adaptive than deep learning models </a:t>
            </a:r>
          </a:p>
          <a:p>
            <a:r>
              <a:rPr lang="en-GB" dirty="0"/>
              <a:t>Single webcam only → can lose accuracy at extreme angles or poor lighting</a:t>
            </a:r>
          </a:p>
          <a:p>
            <a:r>
              <a:rPr lang="en-GB" dirty="0"/>
              <a:t> No rep counting yet </a:t>
            </a:r>
          </a:p>
          <a:p>
            <a:r>
              <a:rPr lang="en-GB" dirty="0"/>
              <a:t>No voice feedback yet </a:t>
            </a:r>
          </a:p>
          <a:p>
            <a:r>
              <a:rPr lang="en-GB" dirty="0"/>
              <a:t>Analytics currently session-based (no long-term progress tracking)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2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8B70-F694-EBC2-B59A-89547C23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 &amp; Future Work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B454-BE9E-F482-1401-CD3F515B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Conclusion</a:t>
            </a:r>
            <a:endParaRPr lang="en-GB" dirty="0"/>
          </a:p>
          <a:p>
            <a:r>
              <a:rPr lang="en-GB" dirty="0"/>
              <a:t>Successfully built a practical, low-cost AI coach</a:t>
            </a:r>
          </a:p>
          <a:p>
            <a:r>
              <a:rPr lang="en-GB" dirty="0"/>
              <a:t>Demonstrates real-time computer vision and data analytics in sports training</a:t>
            </a:r>
          </a:p>
          <a:p>
            <a:pPr marL="0" indent="0">
              <a:buNone/>
            </a:pPr>
            <a:r>
              <a:rPr lang="en-GB" b="1" dirty="0"/>
              <a:t>Future Work</a:t>
            </a:r>
            <a:endParaRPr lang="en-GB" dirty="0"/>
          </a:p>
          <a:p>
            <a:r>
              <a:rPr lang="en-GB" dirty="0"/>
              <a:t>Add voice feedback (TTS)</a:t>
            </a:r>
          </a:p>
          <a:p>
            <a:r>
              <a:rPr lang="en-GB" dirty="0"/>
              <a:t>Mobile app version</a:t>
            </a:r>
          </a:p>
          <a:p>
            <a:r>
              <a:rPr lang="en-GB" dirty="0"/>
              <a:t>Advanced ML for automatic form correction</a:t>
            </a:r>
          </a:p>
          <a:p>
            <a:r>
              <a:rPr lang="en-GB" dirty="0"/>
              <a:t>Cloud storage for long-term progress tracking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006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</TotalTime>
  <Words>1122</Words>
  <Application>Microsoft Office PowerPoint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BoxAI : Real-Time AI Form &amp; Technique Coach for shadowBoxing and Calisthenics </vt:lpstr>
      <vt:lpstr>PowerPoint Presentation</vt:lpstr>
      <vt:lpstr>Kinetic Chain Analysis </vt:lpstr>
      <vt:lpstr>Project Objective  </vt:lpstr>
      <vt:lpstr>Literature review</vt:lpstr>
      <vt:lpstr>System Architecture </vt:lpstr>
      <vt:lpstr>Key Features</vt:lpstr>
      <vt:lpstr>Computer Vision Pipeline (MediaPipe + OpenCV) </vt:lpstr>
      <vt:lpstr>Configuration System (External JSON) </vt:lpstr>
      <vt:lpstr>Intelligent Director </vt:lpstr>
      <vt:lpstr>Dynamic Coach Instructions </vt:lpstr>
      <vt:lpstr>Dynamic Coach Instructions(CONTINUED) </vt:lpstr>
      <vt:lpstr>Data Saving &amp; Self-Learning Foundation </vt:lpstr>
      <vt:lpstr>Post-Session Analytics </vt:lpstr>
      <vt:lpstr>Demonstrations</vt:lpstr>
      <vt:lpstr>What I Learned </vt:lpstr>
      <vt:lpstr>Limitations of the Models </vt:lpstr>
      <vt:lpstr>Conclusion &amp; 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12</cp:revision>
  <dcterms:created xsi:type="dcterms:W3CDTF">2026-04-14T16:29:04Z</dcterms:created>
  <dcterms:modified xsi:type="dcterms:W3CDTF">2026-04-18T07:28:01Z</dcterms:modified>
</cp:coreProperties>
</file>